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2" d="100"/>
          <a:sy n="112" d="100"/>
        </p:scale>
        <p:origin x="4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9B2EC-7592-4201-8D6D-8BD032AA2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Actividad integradora 5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DC7573-0961-49B0-B4D2-F23A52C77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Alumno: Analía perez perez</a:t>
            </a:r>
            <a:endParaRPr lang="en-US" dirty="0"/>
          </a:p>
          <a:p>
            <a:r>
              <a:rPr lang="en-US" dirty="0"/>
              <a:t>Grupo: m1c1g82-009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273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0E5E2175-7423-4567-8322-14FB562BC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177324"/>
              </p:ext>
            </p:extLst>
          </p:nvPr>
        </p:nvGraphicFramePr>
        <p:xfrm>
          <a:off x="401650" y="189825"/>
          <a:ext cx="11297541" cy="73390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25658">
                  <a:extLst>
                    <a:ext uri="{9D8B030D-6E8A-4147-A177-3AD203B41FA5}">
                      <a16:colId xmlns:a16="http://schemas.microsoft.com/office/drawing/2014/main" val="3435085686"/>
                    </a:ext>
                  </a:extLst>
                </a:gridCol>
                <a:gridCol w="2491932">
                  <a:extLst>
                    <a:ext uri="{9D8B030D-6E8A-4147-A177-3AD203B41FA5}">
                      <a16:colId xmlns:a16="http://schemas.microsoft.com/office/drawing/2014/main" val="3050473052"/>
                    </a:ext>
                  </a:extLst>
                </a:gridCol>
                <a:gridCol w="3817351">
                  <a:extLst>
                    <a:ext uri="{9D8B030D-6E8A-4147-A177-3AD203B41FA5}">
                      <a16:colId xmlns:a16="http://schemas.microsoft.com/office/drawing/2014/main" val="637516408"/>
                    </a:ext>
                  </a:extLst>
                </a:gridCol>
                <a:gridCol w="4762600">
                  <a:extLst>
                    <a:ext uri="{9D8B030D-6E8A-4147-A177-3AD203B41FA5}">
                      <a16:colId xmlns:a16="http://schemas.microsoft.com/office/drawing/2014/main" val="423163518"/>
                    </a:ext>
                  </a:extLst>
                </a:gridCol>
              </a:tblGrid>
              <a:tr h="5190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Herramienta Ofimática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FFFF"/>
                          </a:solidFill>
                          <a:effectLst/>
                        </a:rPr>
                        <a:t>¿Para qué sirven?</a:t>
                      </a:r>
                      <a:endParaRPr lang="en-US" dirty="0">
                        <a:effectLst/>
                      </a:endParaRPr>
                    </a:p>
                  </a:txBody>
                  <a:tcPr marL="57150" marR="57150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rgbClr val="FFFFFF"/>
                          </a:solidFill>
                          <a:effectLst/>
                        </a:rPr>
                        <a:t>Ventajas de las herramientas ofimáticas</a:t>
                      </a:r>
                      <a:endParaRPr lang="es-MX" dirty="0">
                        <a:effectLst/>
                      </a:endParaRPr>
                    </a:p>
                  </a:txBody>
                  <a:tcPr marL="57150" marR="57150" marT="57150" marB="57150" anchor="ctr"/>
                </a:tc>
                <a:extLst>
                  <a:ext uri="{0D108BD9-81ED-4DB2-BD59-A6C34878D82A}">
                    <a16:rowId xmlns:a16="http://schemas.microsoft.com/office/drawing/2014/main" val="855332"/>
                  </a:ext>
                </a:extLst>
              </a:tr>
              <a:tr h="22480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Procesador de texto</a:t>
                      </a:r>
                    </a:p>
                    <a:p>
                      <a:r>
                        <a:rPr lang="es-MX" sz="1400" dirty="0"/>
                        <a:t>(Word)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Para elaborar mis tareas, investigaciones y reportes.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Para hacer cartas, oficios, solicitudes, permisos, etc.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Para elaborar un currículo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Tengo la opción de escoger el tipo de letra con el que quiero trabajar, su tamaño, color, puedo subrayar palabras, poner  las letras en cursivas o negritas, puedo centrar el texto, etc.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Puedo escoger el tamaño de la hoja, orientación, puedo modificar sus márgenes, puedo insertar columnas, sangrías, etc.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Me da la opción de revisar la ortografía y gramática, tiene una herramienta llamada traducir que me ayuda a traducir mi documento al idioma que yo elija.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59766"/>
                  </a:ext>
                </a:extLst>
              </a:tr>
              <a:tr h="9841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Presentación digital</a:t>
                      </a:r>
                    </a:p>
                    <a:p>
                      <a:r>
                        <a:rPr lang="es-MX" sz="1400" dirty="0"/>
                        <a:t>(Power Point)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Para mis exposiciones escolares que incluyen diapositiva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sz="1400" dirty="0"/>
                        <a:t>Para hacer videos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400" dirty="0"/>
                        <a:t>Para hacer folletos y tripticos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Puedo insertar todas la diapositivas que necesite para mi trabajo, diapositivas en blanco o con algún formato, puedo cambiar la dirección del texto.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Me permite trabajar con transiciones y animaciones para hacer mi trabajo mas llamativo o atractivo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Puedo insertar  tablas y diseñarla a mi gusto, corregir ortografía,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897752"/>
                  </a:ext>
                </a:extLst>
              </a:tr>
              <a:tr h="9841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Hojas de calculo</a:t>
                      </a:r>
                    </a:p>
                    <a:p>
                      <a:r>
                        <a:rPr lang="es-MX" sz="1400" dirty="0"/>
                        <a:t>(Excel)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Para elaborar un inventario.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Para elaborar tablas y graficas de un censo.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Para registrar la asistencia en una escuela o en un centro de trabajo.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Puedo insertar todas las hojas que ocupo para mi trabajo,  insertar filas, columnas, cortar y pegar información en mi hoja.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Puedo modificar el formato de la celda que estoy trabajando.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s-MX" dirty="0"/>
                        <a:t>Puedo insertar tablas, gráficos, formas y vínculos.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16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60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E11C2F4-8F0E-44EB-A9E5-015B76627E79}"/>
              </a:ext>
            </a:extLst>
          </p:cNvPr>
          <p:cNvSpPr txBox="1"/>
          <p:nvPr/>
        </p:nvSpPr>
        <p:spPr>
          <a:xfrm>
            <a:off x="1378008" y="1155996"/>
            <a:ext cx="744125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b="1" i="0" dirty="0">
                <a:effectLst/>
                <a:latin typeface="Raleway" pitchFamily="2" charset="0"/>
              </a:rPr>
              <a:t>1.  ¿Cuáles son las diferencias entre un procesador de textos y una presentación digital?</a:t>
            </a:r>
          </a:p>
          <a:p>
            <a:pPr algn="just"/>
            <a:endParaRPr lang="es-MX" sz="1400" b="0" i="0" dirty="0">
              <a:solidFill>
                <a:srgbClr val="000000"/>
              </a:solidFill>
              <a:effectLst/>
              <a:latin typeface="Raleway" pitchFamily="2" charset="0"/>
            </a:endParaRPr>
          </a:p>
          <a:p>
            <a:pPr algn="just"/>
            <a:r>
              <a:rPr lang="es-MX" sz="1400" b="0" i="0" dirty="0">
                <a:solidFill>
                  <a:srgbClr val="000000"/>
                </a:solidFill>
                <a:effectLst/>
                <a:latin typeface="Raleway" pitchFamily="2" charset="0"/>
              </a:rPr>
              <a:t>R= Un procesador de texto  sirve para crear y editar todo tipo de textos, por ejemplo: para mi tarea, para hacer cartas, oficios, para elaborar </a:t>
            </a:r>
            <a:r>
              <a:rPr lang="es-MX" sz="1400" b="0" i="0" dirty="0" err="1">
                <a:solidFill>
                  <a:srgbClr val="000000"/>
                </a:solidFill>
                <a:effectLst/>
                <a:latin typeface="Raleway" pitchFamily="2" charset="0"/>
              </a:rPr>
              <a:t>curriculum</a:t>
            </a:r>
            <a:r>
              <a:rPr lang="es-MX" sz="1400" dirty="0">
                <a:solidFill>
                  <a:srgbClr val="000000"/>
                </a:solidFill>
                <a:latin typeface="Raleway" pitchFamily="2" charset="0"/>
              </a:rPr>
              <a:t>, etc. </a:t>
            </a:r>
            <a:r>
              <a:rPr lang="es-MX" sz="1400" b="0" i="0" dirty="0">
                <a:solidFill>
                  <a:srgbClr val="000000"/>
                </a:solidFill>
                <a:effectLst/>
                <a:latin typeface="Raleway" pitchFamily="2" charset="0"/>
              </a:rPr>
              <a:t>pero</a:t>
            </a:r>
            <a:r>
              <a:rPr lang="es-MX" sz="1400" dirty="0">
                <a:solidFill>
                  <a:srgbClr val="000000"/>
                </a:solidFill>
                <a:latin typeface="Raleway" pitchFamily="2" charset="0"/>
              </a:rPr>
              <a:t> en Power Point además de trabajar textos tengo opciones como: insertar diapositivas, imágenes, videos, animaciones, transiciones, poner música, y eso  me ayuda a que mis trabajos sean mucho mas llamativos y entendibles. </a:t>
            </a:r>
            <a:endParaRPr lang="es-MX" sz="1400" b="0" i="0" dirty="0">
              <a:solidFill>
                <a:srgbClr val="000000"/>
              </a:solidFill>
              <a:effectLst/>
              <a:latin typeface="Raleway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es-MX" sz="1400" dirty="0">
              <a:solidFill>
                <a:srgbClr val="000000"/>
              </a:solidFill>
              <a:latin typeface="Raleway" pitchFamily="2" charset="0"/>
            </a:endParaRPr>
          </a:p>
          <a:p>
            <a:pPr algn="just"/>
            <a:endParaRPr lang="es-MX" sz="1600" b="1" i="0" dirty="0">
              <a:effectLst/>
              <a:latin typeface="Raleway" pitchFamily="2" charset="0"/>
            </a:endParaRPr>
          </a:p>
          <a:p>
            <a:pPr algn="just"/>
            <a:r>
              <a:rPr lang="es-MX" sz="1600" b="1" i="0" dirty="0">
                <a:effectLst/>
                <a:latin typeface="Raleway" pitchFamily="2" charset="0"/>
              </a:rPr>
              <a:t>2.   ¿Cuáles son las diferencias entre un procesador de texto y una hoja de cálculo?</a:t>
            </a:r>
          </a:p>
          <a:p>
            <a:pPr algn="just"/>
            <a:endParaRPr lang="es-MX" sz="1600" b="1" i="0" dirty="0">
              <a:effectLst/>
              <a:latin typeface="Raleway" pitchFamily="2" charset="0"/>
            </a:endParaRPr>
          </a:p>
          <a:p>
            <a:pPr algn="just"/>
            <a:r>
              <a:rPr lang="es-MX" sz="1400" b="0" i="0" dirty="0">
                <a:solidFill>
                  <a:srgbClr val="000000"/>
                </a:solidFill>
                <a:effectLst/>
                <a:latin typeface="Raleway" pitchFamily="2" charset="0"/>
              </a:rPr>
              <a:t>R= </a:t>
            </a:r>
            <a:r>
              <a:rPr lang="es-MX" sz="1400" dirty="0">
                <a:solidFill>
                  <a:srgbClr val="000000"/>
                </a:solidFill>
                <a:latin typeface="Raleway" pitchFamily="2" charset="0"/>
              </a:rPr>
              <a:t>Excel es  muy  usado en el ámbito de negocios, fabricas , industrias y escuelas  por que brinda herramientas como: cálculo, contabilidad, finanzas, formulas, ecuaciones matemáticas, algunos ejemplos seria: para hacer inventarios  en algunos negocios,  llevar  listado de clientes, sus pagos y sus compras, etc. Y muchas de estas funciones no las tiene Word. </a:t>
            </a:r>
          </a:p>
        </p:txBody>
      </p:sp>
    </p:spTree>
    <p:extLst>
      <p:ext uri="{BB962C8B-B14F-4D97-AF65-F5344CB8AC3E}">
        <p14:creationId xmlns:p14="http://schemas.microsoft.com/office/powerpoint/2010/main" val="401922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67D1B00-AF45-493E-8F68-AEC3FEA78ED6}"/>
              </a:ext>
            </a:extLst>
          </p:cNvPr>
          <p:cNvSpPr txBox="1"/>
          <p:nvPr/>
        </p:nvSpPr>
        <p:spPr>
          <a:xfrm>
            <a:off x="634524" y="1612457"/>
            <a:ext cx="7543801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Prepa en Línea-SEP. (s.f.).Guía de Word . Módulo 1. Tecnología de la información y comunicación . Plataforma de aprendizaje.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Prepa en Línea-SEP. (s.f.). Guía de Excel . Módulo 1. Tecnología de la información  y comunicación. Plataforma de aprendizaje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/>
              <a:t>Prepa en Línea-SEP. (s.f.).Guía de Power point. Módulo 1. tecnología de la información y comunicación. Plataforma de aprendizaje.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Satoshi"/>
              </a:rPr>
              <a:t>Zapata Fanny. </a:t>
            </a:r>
            <a:r>
              <a:rPr lang="en-US" sz="1400" b="1" i="0" dirty="0" err="1">
                <a:effectLst/>
                <a:latin typeface="Satoshi"/>
              </a:rPr>
              <a:t>Lifeder</a:t>
            </a:r>
            <a:r>
              <a:rPr lang="en-US" sz="1400" b="1" i="0" dirty="0">
                <a:effectLst/>
                <a:latin typeface="Satoshi"/>
              </a:rPr>
              <a:t>. (28 de </a:t>
            </a:r>
            <a:r>
              <a:rPr lang="en-US" sz="1400" b="1" dirty="0">
                <a:latin typeface="Satoshi"/>
              </a:rPr>
              <a:t>A</a:t>
            </a:r>
            <a:r>
              <a:rPr lang="en-US" sz="1400" b="1" i="0" dirty="0">
                <a:effectLst/>
                <a:latin typeface="Satoshi"/>
              </a:rPr>
              <a:t>gosto de 2022). </a:t>
            </a:r>
            <a:r>
              <a:rPr lang="en-US" sz="1400" b="1" i="1" dirty="0">
                <a:effectLst/>
                <a:latin typeface="Satoshi"/>
              </a:rPr>
              <a:t>Procesadores de textos y hojas de cálculo </a:t>
            </a:r>
            <a:r>
              <a:rPr lang="en-US" sz="1400" b="1" i="0" dirty="0">
                <a:effectLst/>
                <a:latin typeface="Satoshi"/>
              </a:rPr>
              <a:t>. Recuperado de: https://www.lifeder.com/procesadores-textos-hojas-calculo/.</a:t>
            </a:r>
            <a:endParaRPr lang="es-MX" sz="14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63BC7BB-83E2-462D-BE08-754B031B8E24}"/>
              </a:ext>
            </a:extLst>
          </p:cNvPr>
          <p:cNvSpPr txBox="1"/>
          <p:nvPr/>
        </p:nvSpPr>
        <p:spPr>
          <a:xfrm>
            <a:off x="771259" y="449937"/>
            <a:ext cx="4168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000" dirty="0"/>
              <a:t>Referencias</a:t>
            </a:r>
            <a:r>
              <a:rPr lang="es-MX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8369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{92C258F1-707D-450F-BA17-1DC126081D54}TF6d5feb1e-e145-43f1-b745-cb4b54c5ee97494f94d6-c317f2461df2</Template>
  <TotalTime>1143</TotalTime>
  <Words>594</Words>
  <Application>Microsoft Office PowerPoint</Application>
  <PresentationFormat>Panorámica</PresentationFormat>
  <Paragraphs>49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Raleway</vt:lpstr>
      <vt:lpstr>Satoshi</vt:lpstr>
      <vt:lpstr>Tw Cen MT</vt:lpstr>
      <vt:lpstr>Circuito</vt:lpstr>
      <vt:lpstr>Actividad integradora 5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integradora 5</dc:title>
  <dc:creator>Araceli perez</dc:creator>
  <cp:lastModifiedBy>Araceli perez</cp:lastModifiedBy>
  <cp:revision>26</cp:revision>
  <dcterms:created xsi:type="dcterms:W3CDTF">2025-12-11T06:08:03Z</dcterms:created>
  <dcterms:modified xsi:type="dcterms:W3CDTF">2025-12-12T01:11:54Z</dcterms:modified>
</cp:coreProperties>
</file>